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877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Process Bottleneck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Improvement Strategy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57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  |  Target: 물류 운영 책임자 및 경영진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95,082 Orders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9319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지연율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95,082건 중 7,797건 지연 발생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24912" y="10515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24912" y="1051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50592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Lead Time 중 Carrier 비중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01184" y="10515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01184" y="1051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26864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Capacity Expansion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시나리오 중 최우선 과제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077456" y="105156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77456" y="1051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-0.74%p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03136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 감소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94576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기반 예상 효과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7,797건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840480" y="1005840"/>
            <a:ext cx="27432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23360" y="960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95,082건 주문 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3533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지연 발생  (지연율 8.20%)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vs 정상 주문 구간별 비교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Risk: 고객 경험 저하  ·  브랜드 신뢰도 하락  ·  운영 비용 증가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Modeling (BPMN)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Payment Approval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950976"/>
            <a:ext cx="228600" cy="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154680" y="749808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154680" y="7498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Seller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950976"/>
            <a:ext cx="228600" cy="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35040" y="749808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0" y="7498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Carrier Delivery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61872"/>
            <a:ext cx="8778240" cy="3749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456" y="497015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구간별 병목 발생 가능성을 가설로 설정 → Bottleneck Detection으로 검증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  </a:t>
            </a: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  </a:t>
            </a: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Lead Time  |  </a:t>
            </a: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주문에서 3.2배 증가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Approval  ·  avg 9.7h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600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19050">
            <a:solidFill>
              <a:srgbClr val="4A90D9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15468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5468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Processing  ·  avg 68.4h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  ·  avg 224.7h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0"/>
            <a:ext cx="4114800" cy="242316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60320"/>
            <a:ext cx="420624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 —  Carrier Delivery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Bottleneck  |  Lead Time 74.2%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84632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9601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3075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η²=20.1%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134h  →  RR 624h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0" y="1307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4.6배 차이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394960" y="242316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η²=5.7%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151h  →  Mar 301h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0" y="27706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2배 차이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74320" y="38404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카니발 시즌(2~3월) 배송시간 급증 → S2 시나리오 선정의 핵심 근거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Geography(20.1%)와 Seasonality(5.7%)가 Carrier 병목의 핵심 원인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 —  Seller Processing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Bottleneck  |  Lead Time 22.6%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84632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96012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1307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η²=12.8%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office_furniture  266h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0" y="1307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4배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394960" y="242316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Timing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27706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η²=2.5%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57h  →  Sat 91h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0" y="27706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1.6배 차이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Product Category(12.8%)가 Seller Processing 병목의 핵심 원인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Seller Processing의 주요 원인(η²=12.8%)이지만 전체 KPI 개선은 Carrier Delivery 시나리오가 더 컸다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Cause-Effect Diagram  (Fishbone)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22860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" y="576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Bottleneck: Carrier Delivery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594360"/>
            <a:ext cx="228600" cy="1828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07408" y="576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Bottleneck: Seller Processing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Simulation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선정 기준 — Impact Score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1417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S2: Carnival 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Feb: 571k / Mar: 740k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1,311k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RJ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RJ주 (12,210건)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 Office Furniture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office_furniture (1,659건)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33472"/>
            <a:ext cx="859536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8061" y="4809653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Root Cause 설명력과 Business Impact는 다를 수 있다 — Carrier Delivery 개선이 최대 효과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84411" y="4964965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Impact Score = (타겟 그룹 평균 - 전체 평균) × 주문 건수  |  개선 우선순위 지표 (실제 절감 시간 아님)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Carnival Season Capacity Expansion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Carrier Delivery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-0.74%p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-13.8h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Reduction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148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RJ Delivery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Carrier Delivery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-0.34%p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Reduction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Office Furniture Fast Track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Seller 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-0.08%p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Reduction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S2를 최우선 과제로 선정 — A/B Test를 통한 효과 검증 후 전사 확대 적용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Carnival Season Capacity Expansion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033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Rate (%)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6093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15.14%  (2~3월 기준)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1854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0.74%p  →  Target 14.40%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/ Power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7614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α=0.05  /  Power=0.80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57,623건  (그룹당 28,812건)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Unit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913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Center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10058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69280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Expansion Applied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1664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 인력 증원 적용 거점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514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4A90D9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6692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172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운영 유지 거점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 -0.74%p 이상 감소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 Time 감소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 악화 없음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0"/>
          </a:xfrm>
          <a:prstGeom prst="line">
            <a:avLst/>
          </a:prstGeom>
          <a:noFill/>
          <a:ln w="12700">
            <a:solidFill>
              <a:srgbClr val="A0A0A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161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1~7단계 분석 완료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&amp; Root Cause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42316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08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9144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14600" y="960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12161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A/B 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32004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560320" y="3246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Season 실험 설계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수집 및 실험 실행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242316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578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4A90D9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63440" y="960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2161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004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09160" y="3246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&amp; Effect Size 확인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242316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4066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12280" y="9144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812280" y="960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12161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32004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58000" y="3246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확대 적용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순차 진행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분석 → 실험 검증 → 전사 확대의 단계적 접근으로 리스크 최소화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520440"/>
          </a:xfrm>
          <a:prstGeom prst="roundRect">
            <a:avLst>
              <a:gd name="adj" fmla="val 3896"/>
            </a:avLst>
          </a:prstGeom>
          <a:solidFill>
            <a:srgbClr val="1A1A2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Delivery가 전체 배송 지연의 핵심 병목(74.2%)으로 확인되었습니다.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카니발 시즌(2~3월) 물류 과부하는 배송 지연율 증가에 가장 큰 영향을 미치는 요인이었으며,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Simulation 결과 S2(Carnival Capacity Expansion)가 가장 높은 개선 효과(-0.74%p)를 보였습니다.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749808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S2를 우선적으로 A/B Test를 통해 검증한 후,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효과가 확인되면 전사 확대 적용을 권고합니다.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37083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44074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병목 비중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437083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18688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-0.74%p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8848" y="44074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예상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 감소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437083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71616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57,623건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51776" y="44074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샘플 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화면 슬라이드 쇼(16:9)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Executive Report</dc:title>
  <dc:subject>PptxGenJS Presentation</dc:subject>
  <dc:creator>PptxGenJS</dc:creator>
  <cp:lastModifiedBy>박준희</cp:lastModifiedBy>
  <cp:revision>3</cp:revision>
  <dcterms:created xsi:type="dcterms:W3CDTF">2026-06-24T07:01:52Z</dcterms:created>
  <dcterms:modified xsi:type="dcterms:W3CDTF">2026-06-24T07:04:08Z</dcterms:modified>
</cp:coreProperties>
</file>